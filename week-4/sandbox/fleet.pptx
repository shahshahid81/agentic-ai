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"/>
            <a:ext cx="50292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47548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B9C4D0"/>
                </a:solidFill>
              </a:rPr>
              <a:t>VOLTWAY 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Fleet pick: Tesla Model Y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2331720"/>
            <a:ext cx="2011680" cy="4572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880360"/>
            <a:ext cx="146304" cy="14630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Best fit for a 100-car sales fleet when charging convenience and route flexibility matter most.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538727"/>
            <a:ext cx="146304" cy="14630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47287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Supercharger access and ~250 kW peak DC fast charging help minimize downtime.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197096"/>
            <a:ext cx="146304" cy="14630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105656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Mach-E only wins if Ford ecosystem familiarity outweighs weaker range and charging speed.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5074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C2A8"/>
                </a:solidFill>
              </a:rPr>
              <a:t>VOLTWAY RECOMMENDS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440680"/>
            <a:ext cx="11274552" cy="960120"/>
          </a:xfrm>
          <a:prstGeom prst="roundRect">
            <a:avLst>
              <a:gd name="adj" fmla="val 18000"/>
            </a:avLst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/>
          <a:lstStyle/>
          <a:p>
            <a:pPr algn="ctr"/>
            <a:r>
              <a:rPr sz="1600" b="1">
                <a:solidFill>
                  <a:srgbClr val="0A2540"/>
                </a:solidFill>
              </a:rPr>
              <a:t>Choose the Tesla Model Y; select the Ford Mustang Mach-E only if Ford familiarity is the priority despite weaker charging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